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요약: {{evidence_note}} (synthetic 템플릿)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{{subject}}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{{report_id}} / 작성일 {{created_at}} / 출처 {{data_origin}}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설계안 요약</a:t>
            </a:r>
          </a:p>
        </p:txBody>
      </p:sp>
      <p:sp>
        <p:nvSpPr>
          <p:cNvPr id="3" name="Body 1"/>
          <p:cNvSpPr txBox="1"/>
          <p:nvPr/>
        </p:nvSpPr>
        <p:spPr>
          <a:xfrm>
            <a:off x="548640" y="128016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차종: {{vehicle}}</a:t>
            </a:r>
          </a:p>
          <a:p>
            <a:r>
              <a:rPr sz="1600"/>
              <a:t>기준일: {{base_date}}</a:t>
            </a:r>
          </a:p>
          <a:p>
            <a:r>
              <a:rPr sz="1600"/>
              <a:t>중량 A: {{mass_a}}</a:t>
            </a:r>
          </a:p>
          <a:p>
            <a:r>
              <a:rPr sz="1600"/>
              <a:t>중량 B: {{mass_b}}</a:t>
            </a:r>
          </a:p>
          <a:p>
            <a:r>
              <a:rPr sz="1600"/>
              <a:t>중량 차이(B-A): {{mass_delta}}</a:t>
            </a:r>
          </a:p>
          <a:p>
            <a:r>
              <a:rPr b="1" sz="1600"/>
              <a:t>원가 합계: {{cost_</a:t>
            </a:r>
            <a:r>
              <a:rPr sz="1600"/>
              <a:t>total}} (출처 {{cost_total.source}})</a:t>
            </a:r>
          </a:p>
          <a:p>
            <a:r>
              <a:rPr sz="1600"/>
              <a:t>결론: {{conclusion}}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비교표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/>
        </p:nvGraphicFramePr>
        <p:xfrm>
          <a:off x="548640" y="146304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548640">
                <a:tc>
                  <a:txBody>
                    <a:bodyPr/>
                    <a:lstStyle/>
                    <a:p>
                      <a:r>
                        <a:rPr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차이(B-A)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{{mass_a.label}}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{{mass_a.value}} {{mass_a.unit}}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{{mass_b.value}} {{mass_b.unit}}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{{mass_delta.value}}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원가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{{cost_a}}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{{cost_b}}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{{cost_delta}}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예측 삽입력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{{insertion_force_a}}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{{insertion_force_b}}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{{insertion_force_delta}}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 검토서 템플릿 (synthetic)</dc:title>
  <dc:subject>synthetic fixture</dc:subject>
  <dc:creator>corp-dl-agent synthetic</dc:creator>
  <cp:keywords>synthetic; corp-dl-agent; fixture</cp:keywords>
  <dc:description>합성 자료(synthetic). 실제 회사 문서가 아닙니다.</dc:description>
  <cp:lastModifiedBy>corp-dl-agent synthetic</cp:lastModifiedBy>
  <cp:revision>1</cp:revision>
  <dcterms:created xsi:type="dcterms:W3CDTF">2023-05-01T09:00:00Z</dcterms:created>
  <dcterms:modified xsi:type="dcterms:W3CDTF">2023-05-01T09:00:00Z</dcterms:modified>
  <cp:category>synthetic</cp:category>
  <cp:contentStatus>Draft</cp:contentStatus>
  <cp:lastPrinted>2023-05-01T09:00:00Z</cp:lastPrinted>
</cp:coreProperties>
</file>