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중량 비교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중량(kg)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X-OLD</c:v>
                </c:pt>
                <c:pt idx="1">
                  <c:v>X-OLD-B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12.5</c:v>
                </c:pt>
                <c:pt idx="1">
                  <c:v>11.8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발표자 노트: 단가 1,234 원은 2023-05-01 견적 기준. 합성 자료.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X-OLD 설계 검토서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검토일 2023-05-01 / 합성 자료(synthetic)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원가·중량 요약</a:t>
            </a:r>
          </a:p>
        </p:txBody>
      </p:sp>
      <p:sp>
        <p:nvSpPr>
          <p:cNvPr id="3" name="Body 1"/>
          <p:cNvSpPr txBox="1"/>
          <p:nvPr/>
        </p:nvSpPr>
        <p:spPr>
          <a:xfrm>
            <a:off x="548640" y="1280160"/>
            <a:ext cx="7772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부품 단가: 1,234 원 (2023-05-01 견적 기준)</a:t>
            </a:r>
          </a:p>
          <a:p>
            <a:r>
              <a:rPr sz="1600"/>
              <a:t>중량: 12.5 kg</a:t>
            </a:r>
          </a:p>
          <a:p>
            <a:r>
              <a:rPr sz="1600"/>
              <a:t>결론: X-OLD 설계안을 채택한다.</a:t>
            </a:r>
          </a:p>
        </p:txBody>
      </p:sp>
      <p:graphicFrame>
        <p:nvGraphicFramePr>
          <p:cNvPr id="4" name="Table 1"/>
          <p:cNvGraphicFramePr>
            <a:graphicFrameLocks noGrp="1"/>
          </p:cNvGraphicFramePr>
          <p:nvPr/>
        </p:nvGraphicFramePr>
        <p:xfrm>
          <a:off x="548640" y="2926080"/>
          <a:ext cx="7772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  <a:gridCol w="2590800"/>
              </a:tblGrid>
              <a:tr h="365760">
                <a:tc>
                  <a:txBody>
                    <a:bodyPr/>
                    <a:lstStyle/>
                    <a:p>
                      <a:r>
                        <a:rPr sz="1400"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단위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/>
                        <a:t>단가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1,234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원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/>
                        <a:t>중량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kg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/>
                        <a:t>재료비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원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중량 비교 (X-OLD vs X-OLD-B)</a:t>
            </a:r>
          </a:p>
        </p:txBody>
      </p:sp>
      <p:graphicFrame>
        <p:nvGraphicFramePr>
          <p:cNvPr id="3" name="Chart 1"/>
          <p:cNvGraphicFramePr>
            <a:graphicFrameLocks noGrp="1"/>
          </p:cNvGraphicFramePr>
          <p:nvPr/>
        </p:nvGraphicFramePr>
        <p:xfrm>
          <a:off x="914400" y="1463040"/>
          <a:ext cx="6400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내부 검토 메모 (숨김)</a:t>
            </a:r>
          </a:p>
        </p:txBody>
      </p:sp>
      <p:sp>
        <p:nvSpPr>
          <p:cNvPr id="3" name="Memo 1"/>
          <p:cNvSpPr txBox="1"/>
          <p:nvPr/>
        </p:nvSpPr>
        <p:spPr>
          <a:xfrm>
            <a:off x="548640" y="128016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구 단가 협의 내역: 1,100 원 제안 (미확정, 숨김 slide)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X-OLD 설계 검토서 (synthetic)</dc:title>
  <dc:subject>synthetic fixture</dc:subject>
  <dc:creator>corp-dl-agent synthetic</dc:creator>
  <cp:keywords>synthetic; corp-dl-agent; fixture</cp:keywords>
  <dc:description>합성 자료(synthetic). 실제 회사 문서가 아닙니다.</dc:description>
  <cp:lastModifiedBy>corp-dl-agent synthetic</cp:lastModifiedBy>
  <cp:revision>3</cp:revision>
  <dcterms:created xsi:type="dcterms:W3CDTF">2023-05-01T09:00:00Z</dcterms:created>
  <dcterms:modified xsi:type="dcterms:W3CDTF">2023-05-01T09:00:00Z</dcterms:modified>
  <cp:category>synthetic</cp:category>
  <cp:contentStatus>Approved</cp:contentStatus>
  <cp:lastPrinted>2023-05-01T09:00:00Z</cp:lastPrinted>
</cp:coreProperties>
</file>